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4E20-D62A-691F-48B5-35F0A0356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7189FA-C705-4593-E483-E388782BE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74CB-E0AD-B5F8-18C5-5C2289E1F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B41D-BC73-99CF-6682-36B2772E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64ACC-8575-188C-53D8-5BDA8D3A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0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447F-1AEF-C827-DFFA-E66DDDDA7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86C1-BDFC-D8D2-1F97-7AEDEA00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C0C25-D53E-D175-BDCD-3D54FFAE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7671E-040C-2194-7572-F51D77CE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38635-1813-C0E0-2236-3596FFC7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63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0EE-FDC9-0BBB-B209-684FD607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F9A9D-7E24-00DD-976E-0400421F3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EE300-E4CE-A804-0F43-8AADFA99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C6ABC-277A-A5B6-D379-E443B45C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64C9-1834-5A95-F4FC-681C9FFC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3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080E-BD4D-5645-3D21-0AB5C5E46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67ACD-F9A0-6F27-4AA9-F2D014B61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712F6-2885-C639-1A70-ED0DFB7D1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398B0-079F-4637-F637-AB75FC21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56BEC-9D97-5BF7-0A05-B5D5976A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B98FB-6CA6-8673-A9FA-BC1BB2F0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52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61D12-16E1-84C1-8747-73097D31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E7FF1-185A-C596-421E-0E5AC8861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95556-B53F-FC2F-8461-721689C0F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400C5-6203-CF55-5CDA-0A9C5D8B2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937F1-4384-A285-98E8-4D58656CB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65F87-2C84-7622-C747-7CEE0D0C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A5C4E-8D44-55CD-9859-6D7FD80DA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564C4-BECF-1308-E482-167D91F9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6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5A37-85DC-B4D2-CF89-B188A28E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07097-05CF-47B2-BF81-E51B4979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41DBC-156D-8455-045B-3978FAD2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ACD42-C014-013C-2DB6-D109C55D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1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9DE91-FB58-96B5-AE2F-AA086611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50B3E-B8BB-799D-CC2A-687A277F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7712C-132D-A2CB-FB17-1E7D911A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28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B2F9-CA92-312B-9432-83A26F8C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D34D5-1FCB-FAB0-1882-C2B9A471B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5FA17-65A6-07E2-EF71-3BD8EFA7F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5B82E-D7FE-DA6E-2C87-741863F9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600EF-1F88-4A5B-5E69-6F0907CE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CC4AF-69C7-7603-1211-65F2A5F6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98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C7A1-9C3D-31B2-E333-00526FB1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C8720-057B-51B5-E3E2-209E10E4B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A4C11-AEC3-B35C-6859-C2736EFB5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7E420-2913-6DED-0FA2-CE31EEF2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394F3-85F2-50BA-9168-C9D6A765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3138A-EF8E-DB57-117D-11945DD1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0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5119-B0A9-7C95-38AF-4C429D3A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4508B-FCFA-DFDE-03F1-9F7E723A0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E2843-98B4-7337-E289-F4159F5F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57F82-7BDC-AB56-28FB-F2D69EF5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B376C-B7C2-881D-C836-7C3DA532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1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79BBD-F2DE-44D0-58BE-C631F134B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F6C3B-D49B-CAED-6D45-6A1E8D4C7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FD173-573A-72F1-90AE-83E6C5F75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F3A16-4A1C-EB32-1A53-B147F48B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AB344-F92B-B70E-5EB5-5CB8AF63C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5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5C443-906A-0660-E46C-6DFC235B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E4D25-DA71-8069-8B21-D913F01A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4CAAA-8E5E-653C-673D-4DA3E7D0D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8EE073-F7AA-B947-9B8D-1E17D359A21D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016E3-D03D-3EAF-F53E-20ED5C740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D4158-4EFD-F120-F617-EE3B29AC5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CE0B6-D9C2-5844-B3AF-D1FFC9A95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78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53B1831-3C3E-634B-A84B-96B52198F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410" y="137184"/>
            <a:ext cx="5029200" cy="27055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73D2A5-22CD-D04D-8AF9-622886D00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701" y="2842737"/>
            <a:ext cx="5399903" cy="391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5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7F70-F6C2-889D-E2C7-FF1EB180A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705164-D5B3-EB62-F7DD-B72350F08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077" y="4628291"/>
            <a:ext cx="6364588" cy="20459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984495-581F-138B-6C38-66623DCCE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077" y="308233"/>
            <a:ext cx="6364588" cy="399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93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79B6-C8EA-D6B3-CE10-83011C5C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6B15336-B05B-2191-9DAF-14CA896AA808}"/>
              </a:ext>
            </a:extLst>
          </p:cNvPr>
          <p:cNvGrpSpPr/>
          <p:nvPr/>
        </p:nvGrpSpPr>
        <p:grpSpPr>
          <a:xfrm>
            <a:off x="1278195" y="-1857082"/>
            <a:ext cx="8869269" cy="3102210"/>
            <a:chOff x="1647050" y="-759932"/>
            <a:chExt cx="6514365" cy="25029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ACC458B-EF36-0226-8900-706B4CDC5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050" y="-759931"/>
              <a:ext cx="2768600" cy="23368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DB7A06B-1F16-2670-7036-70E12DA58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5650" y="-759932"/>
              <a:ext cx="3745765" cy="2502930"/>
            </a:xfrm>
            <a:prstGeom prst="rect">
              <a:avLst/>
            </a:prstGeom>
          </p:spPr>
        </p:pic>
      </p:grp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5AB01026-E2DC-ABF4-D51F-D395FC9133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817" y="3682461"/>
            <a:ext cx="4075213" cy="2286000"/>
          </a:xfrm>
          <a:prstGeom prst="rect">
            <a:avLst/>
          </a:prstGeom>
        </p:spPr>
      </p:pic>
      <p:pic>
        <p:nvPicPr>
          <p:cNvPr id="21" name="Picture 20" descr="Chart, bubble chart, surface chart&#10;&#10;Description automatically generated">
            <a:extLst>
              <a:ext uri="{FF2B5EF4-FFF2-40B4-BE49-F238E27FC236}">
                <a16:creationId xmlns:a16="http://schemas.microsoft.com/office/drawing/2014/main" id="{761A5F4F-E61A-A1E9-56CF-47FA131B1BB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9" r="30509"/>
          <a:stretch/>
        </p:blipFill>
        <p:spPr>
          <a:xfrm>
            <a:off x="4211737" y="1339713"/>
            <a:ext cx="2450890" cy="2286000"/>
          </a:xfrm>
          <a:prstGeom prst="rect">
            <a:avLst/>
          </a:prstGeom>
        </p:spPr>
      </p:pic>
      <p:pic>
        <p:nvPicPr>
          <p:cNvPr id="22" name="Picture 21" descr="Chart, surface chart&#10;&#10;Description automatically generated">
            <a:extLst>
              <a:ext uri="{FF2B5EF4-FFF2-40B4-BE49-F238E27FC236}">
                <a16:creationId xmlns:a16="http://schemas.microsoft.com/office/drawing/2014/main" id="{440377CD-9835-F760-58E1-774FF2E89F4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75" r="30734"/>
          <a:stretch/>
        </p:blipFill>
        <p:spPr>
          <a:xfrm>
            <a:off x="4346763" y="3686286"/>
            <a:ext cx="2330624" cy="2286000"/>
          </a:xfrm>
          <a:prstGeom prst="rect">
            <a:avLst/>
          </a:prstGeom>
        </p:spPr>
      </p:pic>
      <p:pic>
        <p:nvPicPr>
          <p:cNvPr id="23" name="Picture 22" descr="Chart, bubble chart&#10;&#10;Description automatically generated">
            <a:extLst>
              <a:ext uri="{FF2B5EF4-FFF2-40B4-BE49-F238E27FC236}">
                <a16:creationId xmlns:a16="http://schemas.microsoft.com/office/drawing/2014/main" id="{C4B16BF4-4946-D792-25B0-557C3638458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5"/>
          <a:stretch/>
        </p:blipFill>
        <p:spPr>
          <a:xfrm>
            <a:off x="6621344" y="1345819"/>
            <a:ext cx="3602686" cy="2286000"/>
          </a:xfrm>
          <a:prstGeom prst="rect">
            <a:avLst/>
          </a:prstGeom>
        </p:spPr>
      </p:pic>
      <p:pic>
        <p:nvPicPr>
          <p:cNvPr id="24" name="Content Placeholder 5">
            <a:extLst>
              <a:ext uri="{FF2B5EF4-FFF2-40B4-BE49-F238E27FC236}">
                <a16:creationId xmlns:a16="http://schemas.microsoft.com/office/drawing/2014/main" id="{D4EBCC08-BF16-27F1-CB34-CFA8DE289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1405695" y="3728181"/>
            <a:ext cx="2941068" cy="2194560"/>
          </a:xfrm>
        </p:spPr>
      </p:pic>
      <p:pic>
        <p:nvPicPr>
          <p:cNvPr id="25" name="Content Placeholder 11">
            <a:extLst>
              <a:ext uri="{FF2B5EF4-FFF2-40B4-BE49-F238E27FC236}">
                <a16:creationId xmlns:a16="http://schemas.microsoft.com/office/drawing/2014/main" id="{C55F30D5-D6BB-6455-443E-34D4C34CCA8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50000" b="11689"/>
          <a:stretch/>
        </p:blipFill>
        <p:spPr>
          <a:xfrm>
            <a:off x="1405695" y="1368427"/>
            <a:ext cx="2624892" cy="219456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A8FB3B0-2C70-BE87-1BBA-C606BAD748CE}"/>
              </a:ext>
            </a:extLst>
          </p:cNvPr>
          <p:cNvSpPr txBox="1"/>
          <p:nvPr/>
        </p:nvSpPr>
        <p:spPr>
          <a:xfrm>
            <a:off x="2011196" y="1513903"/>
            <a:ext cx="146788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Without</a:t>
            </a:r>
            <a:r>
              <a:rPr lang="en-US" sz="1400" dirty="0"/>
              <a:t> CRA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9951F3-0B38-44E8-D1C8-EE78FDB7208A}"/>
              </a:ext>
            </a:extLst>
          </p:cNvPr>
          <p:cNvSpPr/>
          <p:nvPr/>
        </p:nvSpPr>
        <p:spPr>
          <a:xfrm>
            <a:off x="1278540" y="3686286"/>
            <a:ext cx="8793090" cy="230275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1E34B-7BC9-3DB0-DB4C-D142BF2318E2}"/>
              </a:ext>
            </a:extLst>
          </p:cNvPr>
          <p:cNvSpPr/>
          <p:nvPr/>
        </p:nvSpPr>
        <p:spPr>
          <a:xfrm>
            <a:off x="1278540" y="1314328"/>
            <a:ext cx="8793090" cy="230275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08F9D5-A6EB-9887-05BF-9C67C3C2389D}"/>
              </a:ext>
            </a:extLst>
          </p:cNvPr>
          <p:cNvSpPr/>
          <p:nvPr/>
        </p:nvSpPr>
        <p:spPr>
          <a:xfrm>
            <a:off x="4937237" y="1363029"/>
            <a:ext cx="1473964" cy="150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05D7D2-0898-97AB-9BC1-42F6ACAA8D85}"/>
              </a:ext>
            </a:extLst>
          </p:cNvPr>
          <p:cNvSpPr/>
          <p:nvPr/>
        </p:nvSpPr>
        <p:spPr>
          <a:xfrm>
            <a:off x="7218426" y="1363029"/>
            <a:ext cx="1473964" cy="150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15FAA6-8EAB-4A47-432B-F38646EC9884}"/>
              </a:ext>
            </a:extLst>
          </p:cNvPr>
          <p:cNvSpPr/>
          <p:nvPr/>
        </p:nvSpPr>
        <p:spPr>
          <a:xfrm>
            <a:off x="4937237" y="3708170"/>
            <a:ext cx="1473964" cy="150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E15247-5FBD-1092-8FC1-093D952BE0A9}"/>
              </a:ext>
            </a:extLst>
          </p:cNvPr>
          <p:cNvSpPr/>
          <p:nvPr/>
        </p:nvSpPr>
        <p:spPr>
          <a:xfrm>
            <a:off x="7218426" y="3708170"/>
            <a:ext cx="1473964" cy="1508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F0F0FC-2A8C-E0EC-C34C-4A36EF00B4D2}"/>
              </a:ext>
            </a:extLst>
          </p:cNvPr>
          <p:cNvSpPr txBox="1"/>
          <p:nvPr/>
        </p:nvSpPr>
        <p:spPr>
          <a:xfrm>
            <a:off x="2011196" y="3728181"/>
            <a:ext cx="146788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With </a:t>
            </a:r>
            <a:r>
              <a:rPr lang="en-US" sz="1400" dirty="0"/>
              <a:t>CRA</a:t>
            </a:r>
          </a:p>
        </p:txBody>
      </p:sp>
    </p:spTree>
    <p:extLst>
      <p:ext uri="{BB962C8B-B14F-4D97-AF65-F5344CB8AC3E}">
        <p14:creationId xmlns:p14="http://schemas.microsoft.com/office/powerpoint/2010/main" val="395656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FB019-A94D-6E7D-8D2A-76F043CC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3BE94-BB71-25B0-EE32-84771C98F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284" y="2271069"/>
            <a:ext cx="3046202" cy="23516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C316D-7F0F-F15A-26D1-46DAE8E7B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157" y="694037"/>
            <a:ext cx="3810366" cy="15178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EDC64B-5427-8FA4-34BB-D79147DFB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227" y="670631"/>
            <a:ext cx="2986216" cy="1564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BE5151-E97A-A345-F140-6AB691FEB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5454" y="2428104"/>
            <a:ext cx="3138989" cy="219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1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2B8D634-B5AF-BCB1-103F-1DE60F945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644" y="3015049"/>
            <a:ext cx="2294921" cy="1770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E5E150-3AB1-8774-737A-B090673B72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404"/>
          <a:stretch>
            <a:fillRect/>
          </a:stretch>
        </p:blipFill>
        <p:spPr>
          <a:xfrm>
            <a:off x="3361038" y="1007150"/>
            <a:ext cx="1892058" cy="18658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5DAA46-1510-3422-D72A-E35BFC9AC9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729"/>
          <a:stretch>
            <a:fillRect/>
          </a:stretch>
        </p:blipFill>
        <p:spPr>
          <a:xfrm>
            <a:off x="1238498" y="960810"/>
            <a:ext cx="2097826" cy="18751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383248-E81F-B793-E755-6A6AFE2D5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135" y="3072045"/>
            <a:ext cx="1592305" cy="165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4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</Words>
  <Application>Microsoft Macintosh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Weite</dc:creator>
  <cp:lastModifiedBy>Zhang, Weite</cp:lastModifiedBy>
  <cp:revision>1</cp:revision>
  <dcterms:created xsi:type="dcterms:W3CDTF">2026-09-20T23:48:51Z</dcterms:created>
  <dcterms:modified xsi:type="dcterms:W3CDTF">2026-09-21T00:35:09Z</dcterms:modified>
</cp:coreProperties>
</file>